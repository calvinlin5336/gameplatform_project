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60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425696" cy="6858000"/>
          </a:xfrm>
          <a:prstGeom prst="rect">
            <a:avLst>
              <a:gd name="adj" fmla="val 247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10528" y="832104"/>
            <a:ext cx="5038344" cy="3639312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19672" y="850392"/>
            <a:ext cx="5020056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11112" y="94183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57416" y="941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9418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9" name="Image 0" descr="/mnt/data/a3ee7892-e793-4869-8dfe-8b6687969b4e.png">    </p:cNvPr>
          <p:cNvPicPr>
            <a:picLocks noChangeAspect="1"/>
          </p:cNvPicPr>
          <p:nvPr/>
        </p:nvPicPr>
        <p:blipFill>
          <a:blip r:embed="rId1"/>
          <a:srcRect l="12258" r="12258" t="0" b="0"/>
          <a:stretch/>
        </p:blipFill>
        <p:spPr>
          <a:xfrm>
            <a:off x="6537960" y="1143000"/>
            <a:ext cx="4983480" cy="32735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37960" y="3950208"/>
            <a:ext cx="4983480" cy="466344"/>
          </a:xfrm>
          <a:prstGeom prst="rect">
            <a:avLst>
              <a:gd name="adj" fmla="val 2352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" y="960120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1353312"/>
            <a:ext cx="5303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遊戲對戰平台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2176272"/>
            <a:ext cx="4800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從會員登入、遊戲大廳、組隊與房間，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到進入遊戲的一體化平台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13232" y="3182112"/>
            <a:ext cx="658368" cy="54864"/>
          </a:xfrm>
          <a:prstGeom prst="rect">
            <a:avLst>
              <a:gd name="adj" fmla="val 20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" y="3401568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全端工程師職訓 · 小組專題成果報告</a:t>
            </a:r>
            <a:endParaRPr lang="en-US" sz="1330" dirty="0"/>
          </a:p>
        </p:txBody>
      </p:sp>
      <p:sp>
        <p:nvSpPr>
          <p:cNvPr id="16" name="Shape 13"/>
          <p:cNvSpPr/>
          <p:nvPr/>
        </p:nvSpPr>
        <p:spPr>
          <a:xfrm>
            <a:off x="71323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1051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88366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90779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98094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00507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7822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0863072" y="6144768"/>
            <a:ext cx="7132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GOAL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我們做的不是單一遊戲，而是一條完整的遊玩流程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玩家真正需要的，是從登入、找到遊戲，到和其他玩家一起開始遊戲都能順暢銜接。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244144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集中顯示遊戲與模式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70048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0944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45536" y="244144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45536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尋找玩家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大廳與組隊公告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48656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3248" y="2441448"/>
            <a:ext cx="237744" cy="23774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13248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742432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742432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依模式驗證人數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05472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16368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244144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10144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等待同步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010144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房主與玩家名單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73184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48672" y="2441448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48672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277856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開始遊戲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10277856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帶入房號與身分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25880" y="4251960"/>
            <a:ext cx="955548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25880" y="4251960"/>
            <a:ext cx="73152" cy="713232"/>
          </a:xfrm>
          <a:prstGeom prst="rect">
            <a:avLst>
              <a:gd name="adj" fmla="val 1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554480" y="4379976"/>
            <a:ext cx="9189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共用會員、遊戲目錄與房間流程，個別遊戲只專注自己的規則與對局。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MODULES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六個模組共同組成遊戲平台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這一頁只看「系統責任」，不是組員分工。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2148840"/>
            <a:ext cx="2944368" cy="960120"/>
          </a:xfrm>
          <a:prstGeom prst="roundRect">
            <a:avLst>
              <a:gd name="adj" fmla="val 11429"/>
            </a:avLst>
          </a:prstGeom>
          <a:solidFill>
            <a:srgbClr val="F0F6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724912"/>
            <a:ext cx="24414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共用身分、目錄與流程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" y="1883664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</a:t>
            </a:r>
            <a:endParaRPr lang="en-US" sz="133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2313432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· JWT · 會員管理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94944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33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 · 模式 · 入口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03580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8211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330" dirty="0"/>
          </a:p>
        </p:txBody>
      </p:sp>
      <p:sp>
        <p:nvSpPr>
          <p:cNvPr id="22" name="Text 20"/>
          <p:cNvSpPr txBox="1"/>
          <p:nvPr/>
        </p:nvSpPr>
        <p:spPr>
          <a:xfrm>
            <a:off x="318211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建房 · 入房 · 等待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87628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2259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</a:t>
            </a:r>
            <a:endParaRPr lang="en-US" sz="133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 · 申請 · 通知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162288" y="1883664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08592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</a:t>
            </a:r>
            <a:endParaRPr lang="en-US" sz="1330" dirty="0"/>
          </a:p>
        </p:txBody>
      </p:sp>
      <p:sp>
        <p:nvSpPr>
          <p:cNvPr id="28" name="Text 26"/>
          <p:cNvSpPr txBox="1"/>
          <p:nvPr/>
        </p:nvSpPr>
        <p:spPr>
          <a:xfrm>
            <a:off x="9308592" y="2313432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聊天室即時訊息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162288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08592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330" dirty="0"/>
          </a:p>
        </p:txBody>
      </p:sp>
      <p:sp>
        <p:nvSpPr>
          <p:cNvPr id="31" name="Text 29"/>
          <p:cNvSpPr txBox="1"/>
          <p:nvPr/>
        </p:nvSpPr>
        <p:spPr>
          <a:xfrm>
            <a:off x="9308592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· Quiz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2962656" y="2587752"/>
            <a:ext cx="13716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16952" y="2587752"/>
            <a:ext cx="135331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9904" y="3182112"/>
            <a:ext cx="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9904" y="3182112"/>
            <a:ext cx="0" cy="123444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87952" y="4416552"/>
            <a:ext cx="377647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前端、Spring Boot 與 SQLite 串起所有模組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正式專題主要採用 HTML、CSS、JavaScript 與 jQuery，後端由 Spring Boot 提供 API。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32688" y="187452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70432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09397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· CSS · JavaScript · jQuery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33488" y="211226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畫面、表單與操作狀態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278892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20040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70432" y="335584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341985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 · WebSocket · JWT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33488" y="343814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 → Service → Repository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411480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452628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70432" y="468172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670048" y="474573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476402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JPA／Hibernate + JDBC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74520" y="5669280"/>
            <a:ext cx="8412480" cy="384048"/>
          </a:xfrm>
          <a:prstGeom prst="roundRect">
            <a:avLst>
              <a:gd name="adj" fmla="val 28571"/>
            </a:avLst>
          </a:prstGeom>
          <a:solidFill>
            <a:srgbClr val="EEF7FF"/>
          </a:solidFill>
          <a:ln w="10160">
            <a:solidFill>
              <a:srgbClr val="D9EA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48256" y="5760720"/>
            <a:ext cx="8065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Game Management · Lobby · Board · Chat · Poker · Quiz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USER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網頁使用流程：從登入到進入遊戲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同一個平台身分貫穿所有步驟，遊戲頁不需要再次建立獨立帳號。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52144" y="2130552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521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JWT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97510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26664" y="213055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2666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5973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245973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4962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01184" y="2130552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0118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3425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選模式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433425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GameMode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72414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75704" y="2130552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7570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0877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組隊／建房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620877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驗證人數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59866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50224" y="2130552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5022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同步玩家名單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47318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24744" y="2130552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5247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9578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進入遊戲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99578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 room ID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188720" y="4315968"/>
            <a:ext cx="9802368" cy="777240"/>
          </a:xfrm>
          <a:prstGeom prst="roundRect">
            <a:avLst>
              <a:gd name="adj" fmla="val 14118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88720" y="4315968"/>
            <a:ext cx="73152" cy="777240"/>
          </a:xfrm>
          <a:prstGeom prst="rect">
            <a:avLst>
              <a:gd name="adj" fmla="val 1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417320" y="4443984"/>
            <a:ext cx="94366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frontendPath 決定要開啟哪個遊戲頁面；room ID 讓遊戲取得本次房間、模式與玩家資訊。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/ MODE / ROOM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Game、GameMode 與 Room 把遊戲設定從房間邏輯中抽離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保存遊戲入口，GameMode 保存模式限制，Room 保存一次等待中的對局。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6968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/ QUIZ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遊戲名稱 · 入口路徑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 · 啟用狀態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980944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21024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GameMode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03320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94176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 / COMPUTER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minPlayers · maxPlayers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computerPlayers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797296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7376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19672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0528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gameId + modeId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hostAccount · players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613648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07424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53728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36024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0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poker_client.html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?room=XXXXXXXX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依房間資料啟動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828800" y="5074920"/>
            <a:ext cx="854964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0" y="5074920"/>
            <a:ext cx="73152" cy="713232"/>
          </a:xfrm>
          <a:prstGeom prst="rect">
            <a:avLst>
              <a:gd name="adj" fmla="val 1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57400" y="5202936"/>
            <a:ext cx="8183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房間只依 gameId / modeId 查規則，不需要把 Poker 或 Quiz 的特殊玩法寫死在通用房間模組。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CORE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 ER Model：會員、遊戲目錄與房間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先看會直接影響「登入 → 選遊戲 → 建房 → 進遊戲」的資料表。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938528"/>
            <a:ext cx="12801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938528"/>
            <a:ext cx="1280160" cy="329184"/>
          </a:xfrm>
          <a:prstGeom prst="rect">
            <a:avLst>
              <a:gd name="adj" fmla="val 3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202082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377440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2801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840480"/>
            <a:ext cx="1280160" cy="329184"/>
          </a:xfrm>
          <a:prstGeom prst="rect">
            <a:avLst>
              <a:gd name="adj" fmla="val 3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392277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27939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status_name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87168" y="2423160"/>
            <a:ext cx="18288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87168" y="2423160"/>
            <a:ext cx="1828800" cy="329184"/>
          </a:xfrm>
          <a:prstGeom prst="rect">
            <a:avLst>
              <a:gd name="adj" fmla="val 3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06040" y="250545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15184" y="2862072"/>
            <a:ext cx="1572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(UQ)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username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role_id · status_id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92040" y="1938528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1938528"/>
            <a:ext cx="1572768" cy="329184"/>
          </a:xfrm>
          <a:prstGeom prst="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10912" y="202082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0056" y="2377440"/>
            <a:ext cx="13167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game_id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game_code (UQ)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frontend_path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backend_path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92040" y="38404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3840480"/>
            <a:ext cx="1755648" cy="329184"/>
          </a:xfrm>
          <a:prstGeom prst="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10912" y="392277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game_modes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20056" y="4279392"/>
            <a:ext cx="1499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mode_id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game_id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mode_code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min/max players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16368" y="2331720"/>
            <a:ext cx="196596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16368" y="2331720"/>
            <a:ext cx="1965960" cy="329184"/>
          </a:xfrm>
          <a:prstGeom prst="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35240" y="241401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644384" y="2770632"/>
            <a:ext cx="17099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 (8碼)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· mode_id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host_account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012680" y="2596896"/>
            <a:ext cx="14813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2596896"/>
            <a:ext cx="1481328" cy="329184"/>
          </a:xfrm>
          <a:prstGeom prst="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31552" y="267919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room_players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140696" y="30358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player_account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56816" y="2560320"/>
            <a:ext cx="38404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56816" y="4142232"/>
            <a:ext cx="38404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56832" y="2578608"/>
            <a:ext cx="594360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39712" y="4315968"/>
            <a:ext cx="512064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64624" y="3118104"/>
            <a:ext cx="320040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84248" y="2139696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057400" y="2208276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84248" y="371246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057400" y="3781044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693408" y="214884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66560" y="2217420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76288" y="388620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49440" y="3954780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537192" y="270662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610344" y="2775204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0" y="5623560"/>
            <a:ext cx="6263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 同時保存 game_id 與 mode_id；room_players 是 Room.players 的 ElementCollection 關聯表。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BOARD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ER Model：組隊公告如何連到會員、遊戲與房間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有自己的 Entity，但透過 platform_user_id、game_id、mode_id、room_id 與其他模組銜接。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148840"/>
            <a:ext cx="15087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148840"/>
            <a:ext cx="1508760" cy="329184"/>
          </a:xfrm>
          <a:prstGeom prst="rect">
            <a:avLst>
              <a:gd name="adj" fmla="val 3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23113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587752"/>
            <a:ext cx="1252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2148840"/>
            <a:ext cx="175564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2148840"/>
            <a:ext cx="1755648" cy="329184"/>
          </a:xfrm>
          <a:prstGeom prst="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79192" y="223113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members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688336" y="2587752"/>
            <a:ext cx="1499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platform_user_id (UQ)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· nickname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19476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965960"/>
            <a:ext cx="1947672" cy="329184"/>
          </a:xfrm>
          <a:prstGeom prst="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73752" y="204825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team_posts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82896" y="2404872"/>
            <a:ext cx="1691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· mode_id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 · status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42048" y="1572768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42048" y="1572768"/>
            <a:ext cx="1883664" cy="329184"/>
          </a:xfrm>
          <a:prstGeom prst="rect">
            <a:avLst>
              <a:gd name="adj" fmla="val 33333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920" y="1655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join_requests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70064" y="2011680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post_id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42048" y="3858768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42048" y="3858768"/>
            <a:ext cx="1883664" cy="329184"/>
          </a:xfrm>
          <a:prstGeom prst="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60920" y="3941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370064" y="4297680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post_id · message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784080" y="2450592"/>
            <a:ext cx="14173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2450592"/>
            <a:ext cx="1417320" cy="329184"/>
          </a:xfrm>
          <a:prstGeom prst="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02952" y="253288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 / modes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912096" y="288950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mode_id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21992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2432304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4352544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08008" y="2907792"/>
            <a:ext cx="40233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5440680"/>
            <a:ext cx="9372600" cy="475488"/>
          </a:xfrm>
          <a:prstGeom prst="roundRect">
            <a:avLst>
              <a:gd name="adj" fmla="val 23077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5440680"/>
            <a:ext cx="73152" cy="475488"/>
          </a:xfrm>
          <a:prstGeom prst="rect">
            <a:avLst>
              <a:gd name="adj" fmla="val 1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691640" y="5568696"/>
            <a:ext cx="9006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重點：組隊模組不直接取代會員／房間資料表，而是保存必要的識別資訊與自己的流程狀態。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AUTHENTICATION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讓不同頁面共享同一個登入身分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前端保存登入結果；每次受保護請求仍由後端重新驗證 token 與帳號狀態。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7592" y="217627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07592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Login</a:t>
            </a:r>
            <a:endParaRPr lang="en-US" sz="124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+ password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487168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1216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57016" y="217627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57016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80944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</a:t>
            </a:r>
            <a:endParaRPr lang="en-US" sz="1240" dirty="0"/>
          </a:p>
        </p:txBody>
      </p:sp>
      <p:sp>
        <p:nvSpPr>
          <p:cNvPr id="21" name="Text 19"/>
          <p:cNvSpPr txBox="1"/>
          <p:nvPr/>
        </p:nvSpPr>
        <p:spPr>
          <a:xfrm>
            <a:off x="2980944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userId · account · role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36592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2176272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064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Authorization</a:t>
            </a:r>
            <a:endParaRPr lang="en-US" sz="124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Bearer token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986016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70064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55864" y="217627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55864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79792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Filter</a:t>
            </a:r>
            <a:endParaRPr lang="en-US" sz="1240" dirty="0"/>
          </a:p>
        </p:txBody>
      </p:sp>
      <p:sp>
        <p:nvSpPr>
          <p:cNvPr id="33" name="Text 31"/>
          <p:cNvSpPr txBox="1"/>
          <p:nvPr/>
        </p:nvSpPr>
        <p:spPr>
          <a:xfrm>
            <a:off x="7479792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驗簽 · 到期 · 狀態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235440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19488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05288" y="2176272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30528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729216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Modules</a:t>
            </a:r>
            <a:endParaRPr lang="en-US" sz="1240" dirty="0"/>
          </a:p>
        </p:txBody>
      </p:sp>
      <p:sp>
        <p:nvSpPr>
          <p:cNvPr id="39" name="Text 37"/>
          <p:cNvSpPr txBox="1"/>
          <p:nvPr/>
        </p:nvSpPr>
        <p:spPr>
          <a:xfrm>
            <a:off x="9729216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Board · Lobby · Games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591056" y="4526280"/>
            <a:ext cx="9006840" cy="731520"/>
          </a:xfrm>
          <a:prstGeom prst="roundRect">
            <a:avLst>
              <a:gd name="adj" fmla="val 15000"/>
            </a:avLst>
          </a:prstGeom>
          <a:solidFill>
            <a:srgbClr val="FBFDFF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91056" y="4526280"/>
            <a:ext cx="73152" cy="731520"/>
          </a:xfrm>
          <a:prstGeom prst="rect">
            <a:avLst>
              <a:gd name="adj" fmla="val 1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819656" y="4654296"/>
            <a:ext cx="8641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localStorage 只保存資料；真正能不能操作，仍以後端驗證結果為準。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CROSS-MODULE SEQUENCE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核心功能資料流：組隊完成後建立房間並導向遊戲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用一次核心流程說明前端、Controller、Service、Game Management、Lobby 與 DB 如何串接。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UI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選遊戲／模式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送出組隊資料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02996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5059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接收請求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取得登入身分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95020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7083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Service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申請／核准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判斷人數到齊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87044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9107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gameId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modeId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79068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1131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加入玩家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971092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315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frontendPath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room ID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71032" y="3675888"/>
            <a:ext cx="274320" cy="457200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4434840"/>
            <a:ext cx="4535424" cy="685800"/>
          </a:xfrm>
          <a:prstGeom prst="roundRect">
            <a:avLst>
              <a:gd name="adj" fmla="val 16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4434840"/>
            <a:ext cx="73152" cy="685800"/>
          </a:xfrm>
          <a:prstGeom prst="rect">
            <a:avLst>
              <a:gd name="adj" fmla="val 1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69080" y="4562856"/>
            <a:ext cx="41696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 + WebSocket：資料交易成功後才保存／推送玩家名單、通知與房間狀態。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WORKING PRODUCT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實際畫面把平台流程連成一致體驗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遊戲大廳 → 組隊設定 → 房間等待，畫面都使用同一個登入身分。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554480"/>
            <a:ext cx="3310128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0" descr="/mnt/data/a3ee7892-e793-4869-8dfe-8b6687969b4e.png">    </p:cNvPr>
          <p:cNvPicPr>
            <a:picLocks noChangeAspect="1"/>
          </p:cNvPicPr>
          <p:nvPr/>
        </p:nvPicPr>
        <p:blipFill>
          <a:blip r:embed="rId1"/>
          <a:srcRect l="8135" r="8135" t="0" b="0"/>
          <a:stretch/>
        </p:blipFill>
        <p:spPr>
          <a:xfrm>
            <a:off x="658368" y="1847088"/>
            <a:ext cx="3273552" cy="19385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407408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16552" y="1554480"/>
            <a:ext cx="3310128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07992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54296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1" descr="/mnt/data/ppt_build/screenshots/04-board-create-team.png">    </p:cNvPr>
          <p:cNvPicPr>
            <a:picLocks noChangeAspect="1"/>
          </p:cNvPicPr>
          <p:nvPr/>
        </p:nvPicPr>
        <p:blipFill>
          <a:blip r:embed="rId2"/>
          <a:srcRect l="2854" r="2854" t="0" b="0"/>
          <a:stretch/>
        </p:blipFill>
        <p:spPr>
          <a:xfrm>
            <a:off x="4434840" y="1847088"/>
            <a:ext cx="3273552" cy="193852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183880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193024" y="1554480"/>
            <a:ext cx="3310128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284464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430768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577072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2" descr="/mnt/data/ppt_build/screenshots/06-waiting-room.png">    </p:cNvPr>
          <p:cNvPicPr>
            <a:picLocks noChangeAspect="1"/>
          </p:cNvPicPr>
          <p:nvPr/>
        </p:nvPicPr>
        <p:blipFill>
          <a:blip r:embed="rId3"/>
          <a:srcRect l="2854" r="2854" t="0" b="0"/>
          <a:stretch/>
        </p:blipFill>
        <p:spPr>
          <a:xfrm>
            <a:off x="8211312" y="1847088"/>
            <a:ext cx="3273552" cy="193852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58368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22960" y="445312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22960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1152144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遊戲清單由 Game Management 提供。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4434840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599432" y="445312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599432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4928616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設定隊伍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4928616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模式與人數依資料動態產生。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211312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375904" y="445312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375904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8705088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350" dirty="0"/>
          </a:p>
        </p:txBody>
      </p:sp>
      <p:sp>
        <p:nvSpPr>
          <p:cNvPr id="43" name="Text 38"/>
          <p:cNvSpPr txBox="1"/>
          <p:nvPr/>
        </p:nvSpPr>
        <p:spPr>
          <a:xfrm>
            <a:off x="8705088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房號、房主與玩家名單同步顯示。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GAME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田忌撲克完成選牌、比牌與三輪結果呈現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同一頁完成玩家資訊、目前輪次、選牌區、結果區與三輪戰績呈現。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554480"/>
            <a:ext cx="4919472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144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0" descr="/mnt/data/ppt_build/screenshots/08-poker-auto-select.png">    </p:cNvPr>
          <p:cNvPicPr>
            <a:picLocks noChangeAspect="1"/>
          </p:cNvPicPr>
          <p:nvPr/>
        </p:nvPicPr>
        <p:blipFill>
          <a:blip r:embed="rId1"/>
          <a:srcRect l="1908" r="1908" t="0" b="0"/>
          <a:stretch/>
        </p:blipFill>
        <p:spPr>
          <a:xfrm>
            <a:off x="786384" y="1847088"/>
            <a:ext cx="4882896" cy="28346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391656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1554480"/>
            <a:ext cx="4919472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0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38544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84848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1" descr="/mnt/data/ppt_build/screenshots/09-poker-result.png">    </p:cNvPr>
          <p:cNvPicPr>
            <a:picLocks noChangeAspect="1"/>
          </p:cNvPicPr>
          <p:nvPr/>
        </p:nvPicPr>
        <p:blipFill>
          <a:blip r:embed="rId2"/>
          <a:srcRect l="1908" r="1908" t="0" b="0"/>
          <a:stretch/>
        </p:blipFill>
        <p:spPr>
          <a:xfrm>
            <a:off x="6419088" y="1847088"/>
            <a:ext cx="4882896" cy="28346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005840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78992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自動選牌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638544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711696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三輪結果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225296" y="5212080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225296" y="5212080"/>
            <a:ext cx="73152" cy="438912"/>
          </a:xfrm>
          <a:prstGeom prst="rect">
            <a:avLst>
              <a:gd name="adj" fmla="val 1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453896" y="5340096"/>
            <a:ext cx="38404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房間資訊 + 玩家身分 + 手牌 + 本輪結果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748272" y="5212080"/>
            <a:ext cx="42519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748272" y="5212080"/>
            <a:ext cx="73152" cy="438912"/>
          </a:xfrm>
          <a:prstGeom prst="rect">
            <a:avLst>
              <a:gd name="adj" fmla="val 1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976872" y="5340096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同一頁顯示三輪戰績與對局結果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ALGORITHM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統一強度值 + 組合搜尋，完成自動選牌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把複雜比牌規則集中成一個可比較的 strength，讓自動選牌只需保留最高值。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78308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993392"/>
            <a:ext cx="4526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 手牌強度編碼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350008"/>
            <a:ext cx="4526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把完整比牌規則轉成一個可直接比較的 long 值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960120" y="2743200"/>
            <a:ext cx="4608576" cy="118872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2926080"/>
            <a:ext cx="4206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handType × 10¹¹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主牌點數 × 10⁹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kicker / 花色 ...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4224528"/>
            <a:ext cx="4251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牌型 → 主要點數 → 次要點數 → kicker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7648" y="178308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74536" y="1993392"/>
            <a:ext cx="4526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find_best_cards()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74536" y="2350008"/>
            <a:ext cx="4526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從目前可使用的牌中列舉候選組合，保留最高 strength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74536" y="2743200"/>
            <a:ext cx="4608576" cy="118872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57416" y="2944368"/>
            <a:ext cx="4206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combination C(n,k)</a:t>
            </a:r>
            <a:endParaRPr lang="en-US" sz="1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= strength(cards)</a:t>
            </a:r>
            <a:endParaRPr lang="en-US" sz="1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keep max score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766560" y="431596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39712" y="438454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排除已用牌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09560" y="4443984"/>
            <a:ext cx="182880" cy="73152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431596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11312" y="438454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列舉 C(n,k)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281160" y="4443984"/>
            <a:ext cx="182880" cy="73152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0" y="431596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82912" y="438454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保留最高分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自動化測試通過，並保留尚未完整驗證的限制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測試結果用於支撐目前成果，但不把未完整驗證的流程說成已完成。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後端測試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Spring、Board、Poker</a:t>
            </a:r>
            <a:endParaRPr lang="en-US" sz="8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JWT、Game Management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48056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31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前端測試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登入、分頁、即時連線</a:t>
            </a:r>
            <a:endParaRPr lang="en-US" sz="8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與重新連線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18388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31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合計通過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failure · 0 error</a:t>
            </a:r>
            <a:endParaRPr lang="en-US" sz="8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skipped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手動流程驗證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41248" y="388620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3904488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大廳 → 建房 → 等待 → Poker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904488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已完成實機流程。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41248" y="4416552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298448" y="4434840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自動選牌與三輪結果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297680" y="4434840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已完成操作驗證。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41248" y="4946904"/>
            <a:ext cx="292608" cy="29260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1248" y="4946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298448" y="4965192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Quiz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297680" y="4965192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入口與題庫已存在，但隨機題目載入仍需修正；不宣稱完整遊玩流程已完成。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7086600" y="5669280"/>
            <a:ext cx="40233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5669280"/>
            <a:ext cx="73152" cy="438912"/>
          </a:xfrm>
          <a:prstGeom prst="rect">
            <a:avLst>
              <a:gd name="adj" fmla="val 1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0" y="5797296"/>
            <a:ext cx="36576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自動測試通過 ≠ 所有手動情境都已驗證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60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43000"/>
          </a:xfrm>
          <a:prstGeom prst="rect">
            <a:avLst>
              <a:gd name="adj" fmla="val 96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280160"/>
            <a:ext cx="10241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從會員到遊戲，平台已形成可展示的完整流程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102352" y="2066544"/>
            <a:ext cx="19933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975104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共用登入、遊戲目錄、組隊與房間流程，再由個別遊戲處理自己的規則。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82880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房間 → 遊戲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07492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共同平台 + 獨立遊戲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32104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可驗證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 項測試 + 實機流程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5394960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· Q&amp;A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Java 全端職訓小組專題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遊戲對戰平台 GamePlatform</dc:title>
  <dc:subject>簡易遊戲平台小組專題成果報告</dc:subject>
  <dc:creator>OpenAI</dc:creator>
  <cp:lastModifiedBy>OpenAI</cp:lastModifiedBy>
  <cp:revision>1</cp:revision>
  <dcterms:created xsi:type="dcterms:W3CDTF">2026-09-03T07:23:02Z</dcterms:created>
  <dcterms:modified xsi:type="dcterms:W3CDTF">2026-09-03T07:23:02Z</dcterms:modified>
</cp:coreProperties>
</file>